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2023/970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Transparency &amp; Gender Equality Compliance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Mockups &amp; Interaction Specifications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Application Overview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91440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Pay Gap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Analyze salary differences by gender and position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8229600" cy="91440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Job Evaluations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Manage job classification and evaluation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91440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Justifications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Provide and manage pay gap justifications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937760"/>
            <a:ext cx="8229600" cy="91440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074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Transparency Requests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394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Employee requests for peer salary statistics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User Roles &amp; Access Levels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7315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Employee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011680" cy="7315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Manager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011680" cy="7315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HR Specialist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2011680" cy="7315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Compliance Officer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0"/>
            <a:ext cx="2011680" cy="7315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029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Login Page Mockup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200400" y="1645920"/>
            <a:ext cx="2743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Login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38328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Email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2697480"/>
            <a:ext cx="23774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Password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520440"/>
            <a:ext cx="23774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4023360"/>
            <a:ext cx="2377440" cy="36576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 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Dashboard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920240" cy="9144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Active Jobs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42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14600" y="1645920"/>
            <a:ext cx="1920240" cy="9144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Employees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42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1920240" cy="9144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 Gap 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42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29400" y="1645920"/>
            <a:ext cx="1920240" cy="9144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Pending Reviews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42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Pay Gap Analysis Page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8288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Filters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468880" y="1645920"/>
            <a:ext cx="64008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1645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Analysis Results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Justifications Management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ID    Job    Pay Gap    Status    Date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J001  Manager  8.5%  Approved  2024-01-15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J002  Analyst   5.2%  Pending    2024-02-10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Transparency Requests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743200" cy="5486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Select Peer Group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828800"/>
            <a:ext cx="2743200" cy="54864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Request Salary Stats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2743200" cy="54864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Review Results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Compliance Reports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9659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14600" y="1645920"/>
            <a:ext cx="19659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1645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19659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645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Justifications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29400" y="1645920"/>
            <a:ext cx="19659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45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Trends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Design System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Colors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09728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Primary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1920240"/>
            <a:ext cx="109728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Secondary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1920240"/>
            <a:ext cx="109728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Accent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Key Features &amp; Benefits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1. Real-time pay gap analysis across job groups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2. Secure justification workflow with audit trails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3. Employee self-service transparency requests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4. Comprehensive compliance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8090"/>
                </a:solidFill>
              </a:rPr>
              <a:t>Security &amp; GDPR Compliance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Role-based access control (RBAC)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Data pseudonymization with SHA-256 hashing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Comprehensive audit logging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GDPR-compliant data handling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Implementation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2026-05-14T17:38:19Z</dcterms:created>
  <dcterms:modified xsi:type="dcterms:W3CDTF">2026-05-14T17:38:19Z</dcterms:modified>
</cp:coreProperties>
</file>